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4" r:id="rId14"/>
    <p:sldId id="268" r:id="rId15"/>
    <p:sldId id="271" r:id="rId16"/>
    <p:sldId id="275" r:id="rId17"/>
    <p:sldId id="272" r:id="rId18"/>
    <p:sldId id="273" r:id="rId19"/>
    <p:sldId id="270" r:id="rId20"/>
    <p:sldId id="265" r:id="rId21"/>
  </p:sldIdLst>
  <p:sldSz cx="18288000" cy="10287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Bookman Old Style" panose="02050604050505020204" pitchFamily="18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4"/>
    </p:embeddedFont>
    <p:embeddedFont>
      <p:font typeface="Gotham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581400" y="3825983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23-03-2026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5682944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End-to-End Event Lifecycle &amp; Ticketing Platform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38200" y="7818586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S.Sarika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– VTU26196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. 23UECS0499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</a:t>
            </a:r>
            <a:r>
              <a:rPr lang="en-US" sz="3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Mr. S Manohar ME., (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hd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SDG: 9 - </a:t>
            </a:r>
            <a:r>
              <a:rPr lang="en-IN" sz="2800" b="1" dirty="0"/>
              <a:t>Industry, Innovation and Infrastructure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791588" y="2815848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Event management and ticket booking are often handled manually, leading to inefficiency and errors.</a:t>
            </a:r>
            <a:br>
              <a:rPr lang="en-US" sz="2800" dirty="0"/>
            </a:br>
            <a:r>
              <a:rPr lang="en-US" sz="2800" dirty="0"/>
              <a:t>Many organizers lack a centralized system to manage events and track seat availability.</a:t>
            </a:r>
            <a:br>
              <a:rPr lang="en-US" sz="2800" dirty="0"/>
            </a:br>
            <a:r>
              <a:rPr lang="en-US" sz="2800" dirty="0"/>
              <a:t>This project is important because it automates the complete event lifecycle in a structured manner.</a:t>
            </a:r>
            <a:br>
              <a:rPr lang="en-US" sz="2800" dirty="0"/>
            </a:br>
            <a:r>
              <a:rPr lang="en-US" sz="2800" dirty="0"/>
              <a:t>It minimizes human errors in ticket counting and improves transparency.</a:t>
            </a:r>
            <a:br>
              <a:rPr lang="en-US" sz="2800" dirty="0"/>
            </a:br>
            <a:r>
              <a:rPr lang="en-US" sz="2800" dirty="0"/>
              <a:t>The system ensures real-time seat updates and prevents overbooking issues.</a:t>
            </a:r>
            <a:br>
              <a:rPr lang="en-US" sz="2800" dirty="0"/>
            </a:br>
            <a:r>
              <a:rPr lang="en-US" sz="2800" dirty="0"/>
              <a:t>It allows organizers to create, publish, and manage events easily.</a:t>
            </a:r>
            <a:br>
              <a:rPr lang="en-US" sz="2800" dirty="0"/>
            </a:br>
            <a:r>
              <a:rPr lang="en-US" sz="2800" dirty="0"/>
              <a:t>Users can view events, check seat availability, and book tickets dynamically.</a:t>
            </a:r>
            <a:br>
              <a:rPr lang="en-US" sz="2800" dirty="0"/>
            </a:br>
            <a:r>
              <a:rPr lang="en-US" sz="2800" dirty="0"/>
              <a:t>Overall, the platform provides an efficient and scalable event lifecycle and ticketing solution.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1" y="1638300"/>
            <a:ext cx="14782800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 many organizations, event management and ticket booking are handled manually or through unstructured systems.</a:t>
            </a:r>
            <a:br>
              <a:rPr lang="en-US" sz="2800" dirty="0"/>
            </a:br>
            <a:r>
              <a:rPr lang="en-US" sz="2800" dirty="0"/>
              <a:t>This leads to errors in seat tracking and booking management.</a:t>
            </a:r>
            <a:br>
              <a:rPr lang="en-US" sz="2800" dirty="0"/>
            </a:br>
            <a:r>
              <a:rPr lang="en-US" sz="2800" dirty="0"/>
              <a:t>Organizers often face difficulties in updating event status and monitoring availability.</a:t>
            </a:r>
            <a:br>
              <a:rPr lang="en-US" sz="2800" dirty="0"/>
            </a:br>
            <a:r>
              <a:rPr lang="en-US" sz="2800" dirty="0"/>
              <a:t>Manual processes increase the risk of overbooking and data inconsistency.</a:t>
            </a:r>
            <a:br>
              <a:rPr lang="en-US" sz="2800" dirty="0"/>
            </a:br>
            <a:r>
              <a:rPr lang="en-US" sz="2800" dirty="0"/>
              <a:t>There is no proper lifecycle-based control to manage events from creation to completion.</a:t>
            </a:r>
            <a:br>
              <a:rPr lang="en-US" sz="2800" dirty="0"/>
            </a:br>
            <a:r>
              <a:rPr lang="en-US" sz="2800" dirty="0"/>
              <a:t>Users may not receive accurate, real-time information about seat availability</a:t>
            </a:r>
            <a:r>
              <a:rPr lang="en-US" sz="2800" dirty="0" smtClean="0"/>
              <a:t>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Therefore, a reliable event lifecycle and ticketing platform is needed to improve efficiency and accuracy.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76975" y="2061406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centralized event lifecycle and ticketing management system that automates event creation, publishing, booking, and status tracking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To implement real-time seat availability tracking and secure booking validation to ensure accurate ticket management.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6975" y="17145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The proposed system is a centralized event lifecycle and ticketing management platform.</a:t>
            </a:r>
            <a:br>
              <a:rPr lang="en-US" sz="2800" dirty="0"/>
            </a:br>
            <a:r>
              <a:rPr lang="en-US" sz="2800" dirty="0"/>
              <a:t>It automates event creation, publishing, booking, and status updates.</a:t>
            </a:r>
            <a:br>
              <a:rPr lang="en-US" sz="2800" dirty="0"/>
            </a:br>
            <a:r>
              <a:rPr lang="en-US" sz="2800" dirty="0"/>
              <a:t>The system provides real-time seat tracking to prevent overbooking issues.</a:t>
            </a:r>
            <a:br>
              <a:rPr lang="en-US" sz="2800" dirty="0"/>
            </a:br>
            <a:r>
              <a:rPr lang="en-US" sz="2800" dirty="0"/>
              <a:t>It eliminates manual errors in ticket counting and data handling.</a:t>
            </a:r>
            <a:br>
              <a:rPr lang="en-US" sz="2800" dirty="0"/>
            </a:br>
            <a:r>
              <a:rPr lang="en-US" sz="2800" dirty="0"/>
              <a:t>Organizers can efficiently manage events through structured lifecycle stages.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514600" y="1660191"/>
            <a:ext cx="2446548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/>
          <p:cNvSpPr>
            <a:spLocks noChangeAspect="1" noChangeArrowheads="1"/>
          </p:cNvSpPr>
          <p:nvPr/>
        </p:nvSpPr>
        <p:spPr bwMode="auto">
          <a:xfrm>
            <a:off x="166914" y="-122472"/>
            <a:ext cx="494425" cy="5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Generated image"/>
          <p:cNvSpPr>
            <a:spLocks noChangeAspect="1" noChangeArrowheads="1"/>
          </p:cNvSpPr>
          <p:nvPr/>
        </p:nvSpPr>
        <p:spPr bwMode="auto">
          <a:xfrm>
            <a:off x="319314" y="29928"/>
            <a:ext cx="494425" cy="5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Generated image"/>
          <p:cNvSpPr>
            <a:spLocks noChangeAspect="1" noChangeArrowheads="1"/>
          </p:cNvSpPr>
          <p:nvPr/>
        </p:nvSpPr>
        <p:spPr bwMode="auto">
          <a:xfrm>
            <a:off x="471714" y="182328"/>
            <a:ext cx="494425" cy="5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AutoShape 8" descr="https://chatgpt.com/backend-api/estuary/content?id=file_000000007a547208914572050d33c129&amp;ts=492376&amp;p=fs&amp;cid=1&amp;sig=4bce448f5eac28bd4988938332e92f34fc7ca6283f87807f40c0cf02122bb822&amp;v=0"/>
          <p:cNvSpPr>
            <a:spLocks noChangeAspect="1" noChangeArrowheads="1"/>
          </p:cNvSpPr>
          <p:nvPr/>
        </p:nvSpPr>
        <p:spPr bwMode="auto">
          <a:xfrm>
            <a:off x="624114" y="334728"/>
            <a:ext cx="494425" cy="5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" name="AutoShape 10" descr="https://chatgpt.com/backend-api/estuary/content?id=file_000000007a547208914572050d33c129&amp;ts=492376&amp;p=fs&amp;cid=1&amp;sig=4bce448f5eac28bd4988938332e92f34fc7ca6283f87807f40c0cf02122bb822&amp;v=0"/>
          <p:cNvSpPr>
            <a:spLocks noChangeAspect="1" noChangeArrowheads="1"/>
          </p:cNvSpPr>
          <p:nvPr/>
        </p:nvSpPr>
        <p:spPr bwMode="auto">
          <a:xfrm>
            <a:off x="155575" y="-162785"/>
            <a:ext cx="304800" cy="32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1848084"/>
            <a:ext cx="12649200" cy="6191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76200" y="44068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3205675" y="142339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827" y="1982349"/>
            <a:ext cx="11182573" cy="6322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821094" y="1909519"/>
            <a:ext cx="15082325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HTML, CSS, </a:t>
            </a:r>
            <a:r>
              <a:rPr lang="en-IN" sz="2800" dirty="0" err="1"/>
              <a:t>Thymeleaf</a:t>
            </a:r>
            <a:r>
              <a:rPr lang="en-IN" sz="2800" dirty="0"/>
              <a:t> (User Portal and Admin Portal Interface)</a:t>
            </a:r>
          </a:p>
          <a:p>
            <a:r>
              <a:rPr lang="en-IN" sz="2800" b="1" dirty="0"/>
              <a:t>Backend: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Spring </a:t>
            </a:r>
            <a:r>
              <a:rPr lang="en-IN" sz="2800"/>
              <a:t>Boot </a:t>
            </a:r>
            <a:r>
              <a:rPr lang="en-IN" sz="2800" smtClean="0"/>
              <a:t>,Java</a:t>
            </a:r>
            <a:r>
              <a:rPr lang="en-IN" sz="2800" dirty="0"/>
              <a:t>, REST Controllers, Service Layer</a:t>
            </a:r>
          </a:p>
          <a:p>
            <a:r>
              <a:rPr lang="en-IN" sz="2800" b="1" dirty="0"/>
              <a:t>Database: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MySQL (Stores Events and Booking Details)</a:t>
            </a:r>
          </a:p>
          <a:p>
            <a:r>
              <a:rPr lang="en-IN" sz="2800" b="1" dirty="0"/>
              <a:t>Tools: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Eclipse IDE ,</a:t>
            </a:r>
            <a:r>
              <a:rPr lang="en-IN" sz="2800" dirty="0" smtClean="0"/>
              <a:t> </a:t>
            </a:r>
            <a:r>
              <a:rPr lang="en-IN" sz="2800" dirty="0"/>
              <a:t>MySQL Workbench, </a:t>
            </a:r>
            <a:r>
              <a:rPr lang="en-IN" sz="2800" dirty="0" smtClean="0"/>
              <a:t>Maven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Minimum 8GB RAM, Intel i3 or above, Windows 10/11, JDK 17+, MySQL Server, Web Browser (Chrome/Edge)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endParaRPr lang="en-IN" sz="2800" b="1" dirty="0"/>
          </a:p>
          <a:p>
            <a:r>
              <a:rPr lang="en-US" sz="2800" b="1" dirty="0"/>
              <a:t>Module 1: Admin Portal Management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Handles event creation, event cancellation, and event status management by the administrator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Module 2: User Portal Management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Allows users to view events, book tickets, cancel tickets, and receive booking confirmation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Module 3: Ticket Booking Processing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Implements seat availability validation, booking logic, ticket cancellation logic, and status updates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b="1" dirty="0"/>
              <a:t>Module 4: Database Management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Manages storage and retrieval of event details, booking records, seat counts, and ensures data integrity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Home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930" y="2503428"/>
            <a:ext cx="11042553" cy="53827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44278" y="7503594"/>
            <a:ext cx="1307672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This is the main landing page of the system where users can choose between the Admin Portal and User Portal.</a:t>
            </a:r>
            <a:br>
              <a:rPr lang="en-US" sz="2800" dirty="0"/>
            </a:br>
            <a:r>
              <a:rPr lang="en-US" sz="2800" dirty="0"/>
              <a:t>It provides role-based access to manage events or book tickets securely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76200" y="37324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r>
              <a:rPr lang="en-US" sz="4800" b="1" dirty="0" smtClean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40705" y="406304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094" y="1865277"/>
            <a:ext cx="6400800" cy="56376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57080" y="1098593"/>
            <a:ext cx="18630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 smtClean="0"/>
              <a:t>Admit </a:t>
            </a:r>
            <a:r>
              <a:rPr lang="en-IN" sz="2800" dirty="0"/>
              <a:t>login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800" y="1934654"/>
            <a:ext cx="6096000" cy="54326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38259" y="7924408"/>
            <a:ext cx="67836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allows the administrator to securely log in using a username and password.</a:t>
            </a:r>
            <a:br>
              <a:rPr lang="en-US" sz="2400" dirty="0"/>
            </a:br>
            <a:r>
              <a:rPr lang="en-US" sz="2400" dirty="0"/>
              <a:t>It ensures authorized access to event creation, cancellation, and management features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8816847" y="7760454"/>
            <a:ext cx="9144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This page allows registered users to log in securely using their username and password.</a:t>
            </a:r>
            <a:br>
              <a:rPr lang="en-US" sz="2400" dirty="0"/>
            </a:br>
            <a:r>
              <a:rPr lang="en-US" sz="2400" dirty="0"/>
              <a:t>After successful authentication, users can view events, book tickets, and manage their bookings.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2006735" y="8304651"/>
            <a:ext cx="132588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This dashboard allows the admin to create new events, delete events, and manage current event details.</a:t>
            </a:r>
            <a:br>
              <a:rPr lang="en-US" sz="2800" dirty="0"/>
            </a:br>
            <a:r>
              <a:rPr lang="en-US" sz="2800" dirty="0"/>
              <a:t>It also displays all system bookings with ticket status and total price for monitoring and control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050" y="1982349"/>
            <a:ext cx="14448772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1" y="1982348"/>
            <a:ext cx="13930142" cy="55709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67000" y="8253667"/>
            <a:ext cx="1287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This </a:t>
            </a:r>
            <a:r>
              <a:rPr lang="en-US" sz="2400" dirty="0"/>
              <a:t>dashboard allows the admin to create new events, delete events, and manage current event details.</a:t>
            </a:r>
            <a:br>
              <a:rPr lang="en-US" sz="2400" dirty="0"/>
            </a:br>
            <a:r>
              <a:rPr lang="en-US" sz="2400" dirty="0"/>
              <a:t>It also displays all system bookings with ticket status and total price for monitoring and control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0316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11" y="1146935"/>
            <a:ext cx="7086600" cy="73287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0" y="8648700"/>
            <a:ext cx="1143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allows the admin to add new events by entering event name, venue, total seats, and ticket price.</a:t>
            </a:r>
            <a:br>
              <a:rPr lang="en-US" sz="2400" dirty="0"/>
            </a:br>
            <a:r>
              <a:rPr lang="en-US" sz="2400" dirty="0"/>
              <a:t>After submitting, the event is saved to the system and becomes available for booking.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088345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1485899" y="8817110"/>
            <a:ext cx="159021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provides a </a:t>
            </a:r>
            <a:r>
              <a:rPr lang="en-US" sz="2400" b="1" dirty="0"/>
              <a:t>user portal</a:t>
            </a:r>
            <a:r>
              <a:rPr lang="en-US" sz="2400" dirty="0"/>
              <a:t> where guests can view a list of "Available Events" with details like venue and seat count. Users can </a:t>
            </a:r>
            <a:r>
              <a:rPr lang="en-US" sz="2400" b="1" dirty="0"/>
              <a:t>book new tickets</a:t>
            </a:r>
            <a:r>
              <a:rPr lang="en-US" sz="2400" dirty="0"/>
              <a:t> or manage their current reservations in the "My Bookings" section, which includes an option to cancel specific quantities.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993" y="1729573"/>
            <a:ext cx="14464013" cy="657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03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Rectangle 2"/>
          <p:cNvSpPr/>
          <p:nvPr/>
        </p:nvSpPr>
        <p:spPr>
          <a:xfrm>
            <a:off x="1485899" y="8817110"/>
            <a:ext cx="159021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provides a </a:t>
            </a:r>
            <a:r>
              <a:rPr lang="en-US" sz="2400" b="1" dirty="0"/>
              <a:t>user portal</a:t>
            </a:r>
            <a:r>
              <a:rPr lang="en-US" sz="2400" dirty="0"/>
              <a:t> where guests can view a list of "Available Events" with details like venue and seat count. Users can </a:t>
            </a:r>
            <a:r>
              <a:rPr lang="en-US" sz="2400" b="1" dirty="0"/>
              <a:t>book new tickets</a:t>
            </a:r>
            <a:r>
              <a:rPr lang="en-US" sz="2400" dirty="0"/>
              <a:t> or manage their current reservations in the "My Bookings" section, which includes an option to cancel specific quantities.</a:t>
            </a: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301" y="1982349"/>
            <a:ext cx="12883299" cy="632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0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336" y="1103972"/>
            <a:ext cx="7010399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5898" y="8288858"/>
            <a:ext cx="165735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is a </a:t>
            </a:r>
            <a:r>
              <a:rPr lang="en-US" sz="2400" b="1" dirty="0"/>
              <a:t>user booking portal</a:t>
            </a:r>
            <a:r>
              <a:rPr lang="en-US" sz="2400" dirty="0"/>
              <a:t> that allows individuals to view a list of available events, such as Python, Java, or C workshops, along with their respective venues and seat availability. Users can </a:t>
            </a:r>
            <a:r>
              <a:rPr lang="en-US" sz="2400" b="1" dirty="0"/>
              <a:t>reserve seats</a:t>
            </a:r>
            <a:r>
              <a:rPr lang="en-US" sz="2400" dirty="0"/>
              <a:t> for an event through a structured booking form and manage their personal reservations, including the option to cancel specific ticket quantities.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0282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015464"/>
            <a:ext cx="7239000" cy="640463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60114" y="8584789"/>
            <a:ext cx="161126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This page is a </a:t>
            </a:r>
            <a:r>
              <a:rPr lang="en-US" sz="2400" b="1" dirty="0"/>
              <a:t>booking confirmation screen</a:t>
            </a:r>
            <a:r>
              <a:rPr lang="en-US" sz="2400" dirty="0"/>
              <a:t> that provides immediate feedback to the user after a successful transaction. It features a prominent "Booking Confirmed!" message with a green checkmark and a </a:t>
            </a:r>
            <a:r>
              <a:rPr lang="en-US" sz="2400" b="1" dirty="0"/>
              <a:t>"Return to User Dashboard"</a:t>
            </a:r>
            <a:r>
              <a:rPr lang="en-US" sz="2400" dirty="0"/>
              <a:t> button to help the user navigate back to their main event list.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6855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2286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9800" y="2236599"/>
            <a:ext cx="137922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Easy event creation and management for admins.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Secure login system ensures 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Real-time seat availability tracking</a:t>
            </a:r>
            <a:r>
              <a:rPr lang="en-US" sz="2800" dirty="0" smtClean="0"/>
              <a:t>.</a:t>
            </a:r>
          </a:p>
          <a:p>
            <a:r>
              <a:rPr lang="en-US" sz="2800" b="1" dirty="0"/>
              <a:t>Limitations</a:t>
            </a:r>
          </a:p>
          <a:p>
            <a:r>
              <a:rPr lang="en-US" sz="2800" dirty="0"/>
              <a:t>Requires internet connection to access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No mobile application support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750</Words>
  <Application>Microsoft Office PowerPoint</Application>
  <PresentationFormat>Custom</PresentationFormat>
  <Paragraphs>388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Cambria</vt:lpstr>
      <vt:lpstr>Bookman Old Style</vt:lpstr>
      <vt:lpstr>Gotham Bold Italics</vt:lpstr>
      <vt:lpstr>Arial</vt:lpstr>
      <vt:lpstr>Times New Roman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selvamani krishnamoorthy</dc:creator>
  <cp:lastModifiedBy>selvamani krishnamoorthy</cp:lastModifiedBy>
  <cp:revision>25</cp:revision>
  <dcterms:created xsi:type="dcterms:W3CDTF">2006-08-16T00:00:00Z</dcterms:created>
  <dcterms:modified xsi:type="dcterms:W3CDTF">2026-03-24T17:29:58Z</dcterms:modified>
  <dc:identifier>DAHCaYqJ9OU</dc:identifier>
</cp:coreProperties>
</file>